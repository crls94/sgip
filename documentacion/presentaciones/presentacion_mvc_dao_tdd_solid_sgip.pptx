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MVC, DAO, TDD, SOLID y 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60604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Aplicado al proyecto SGIP - Metro 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86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Sistema de Gestión Inteligente de Inventarios y Pedidos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SGIP Metro - MVC, DAO, TDD y SOLID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F4A"/>
                </a:solidFill>
                <a:latin typeface="Calibri"/>
              </a:defRPr>
            </a:pPr>
            <a:r>
              <a:t>Objetivo de la arquitectura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556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  <a:latin typeface="Calibri"/>
              </a:defRPr>
            </a:pPr>
            <a:r>
              <a:t>Por qué se organiza así el sistema SGIP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  <a:latin typeface="Calibri"/>
              </a:defRPr>
            </a:pPr>
            <a:r>
              <a:t>Separar responsabilidades para que una clase no haga todo.</a:t>
            </a:r>
          </a:p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  <a:latin typeface="Calibri"/>
              </a:defRPr>
            </a:pPr>
            <a:r>
              <a:t>Mantener módulos independientes: productos, pedidos, movimientos, seguridad, alertas.</a:t>
            </a:r>
          </a:p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  <a:latin typeface="Calibri"/>
              </a:defRPr>
            </a:pPr>
            <a:r>
              <a:t>Facilitar pruebas unitarias con JUnit antes o durante la implementación.</a:t>
            </a:r>
          </a:p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  <a:latin typeface="Calibri"/>
              </a:defRPr>
            </a:pPr>
            <a:r>
              <a:t>Conectar frontend React, backend Spring Boot y PostgreSQL mediante capas claras.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SGIP Metro - MVC, DAO, TDD y SOLID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F4A"/>
                </a:solidFill>
                <a:latin typeface="Calibri"/>
              </a:defRPr>
            </a:pPr>
            <a:r>
              <a:t>Terminologías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556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  <a:latin typeface="Calibri"/>
              </a:defRPr>
            </a:pPr>
            <a:r>
              <a:t>Resumen breve para entender la propuesta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123444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t>MVC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Model, View, Controller: separa datos, interfaz y controladores.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74720" cy="123444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548235"/>
                </a:solidFill>
              </a:defRPr>
            </a:pPr>
            <a:r>
              <a:t>DAO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Objeto de acceso a datos. En SGIP son los Repository de JPA.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325880"/>
            <a:ext cx="3474720" cy="123444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C55A11"/>
                </a:solidFill>
              </a:defRPr>
            </a:pPr>
            <a:r>
              <a:t>DTO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Transporta datos entre capas sin exponer entidades completas.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63240"/>
            <a:ext cx="3474720" cy="123444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548235"/>
                </a:solidFill>
              </a:defRPr>
            </a:pPr>
            <a:r>
              <a:t>TDD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Primero prueba, luego código. Reduce errores de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063240"/>
            <a:ext cx="3474720" cy="123444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t>SOLID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Principios para código limpio, mantenible y desacoplado.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063240"/>
            <a:ext cx="3474720" cy="123444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C55A11"/>
                </a:solidFill>
              </a:defRPr>
            </a:pPr>
            <a:r>
              <a:t>CRUD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Crear, leer, actualizar y eliminar datos.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SGIP Metro - MVC, DAO, TDD y SOLID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F4A"/>
                </a:solidFill>
                <a:latin typeface="Calibri"/>
              </a:defRPr>
            </a:pPr>
            <a:r>
              <a:t>Parte 1: ¿Qué elementos forman MVC?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556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  <a:latin typeface="Calibri"/>
              </a:defRPr>
            </a:pPr>
            <a:r>
              <a:t>Aplicado al proyecto real SGIP Metro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Capa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Qué representa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Ejemplos reales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Datos y reglas del negocio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Producto.java, Pedido.java, Usuario.java, InventarioMovimiento.java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Vista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Interfaz que usa el usuario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Frontend React: Login, Dashboard, Productos, Pedidos, Alertas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Controlador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Recibe peticiones HTTP y llama al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ProductoController.java, PedidoController.java, MovimientoController.java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754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Calibri"/>
              </a:defRPr>
            </a:pPr>
            <a:r>
              <a:t>Flujo ejemplo: React -&gt; ProductoController -&gt; ProductoService -&gt; ProductoRepository -&gt;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SGIP Metro - MVC, DAO, TDD y SOLID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F4A"/>
                </a:solidFill>
                <a:latin typeface="Calibri"/>
              </a:defRPr>
            </a:pPr>
            <a:r>
              <a:t>Parte 1: Datos y acceso DAO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556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  <a:latin typeface="Calibri"/>
              </a:defRPr>
            </a:pPr>
            <a:r>
              <a:t>Qué se almacena y cómo se accede a la base de datos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1556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24839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Datos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DAO / Repository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Productos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Producto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ProductoRepository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Pedidos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Pedido / PedidoDetalle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PedidoRepository / PedidoDetalleRepository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Inventario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InventarioMovimiento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MovimientoRepository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Usuarios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Usuario / Sesion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UsuarioRepository / SesionRepository</a:t>
                      </a:r>
                    </a:p>
                  </a:txBody>
                  <a:tcPr/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Alertas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AlertaStock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</a:defRPr>
                      </a:pPr>
                      <a:r>
                        <a:t>AlertaStockRepository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Los DAO están implementados con Spring Data JPA.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Ejemplo: ProductoRepository extends JpaRepository&lt;Producto, UUID&gt;.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SGIP Metro - MVC, DAO, TDD y SOLID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F4A"/>
                </a:solidFill>
                <a:latin typeface="Calibri"/>
              </a:defRPr>
            </a:pPr>
            <a:r>
              <a:t>Parte 1: Prueba TDD elegida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556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  <a:latin typeface="Calibri"/>
              </a:defRPr>
            </a:pPr>
            <a:r>
              <a:t>Primero se define la prueba, después la lógica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118872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C55A11"/>
                </a:solidFill>
              </a:defRPr>
            </a:pPr>
            <a:r>
              <a:t>Prueba en una frase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El sistema debe impedir una salida de inventario cuando la cantidad solicitada sea mayor al stock actual del producto.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  <a:latin typeface="Calibri"/>
              </a:defRPr>
            </a:pPr>
            <a:r>
              <a:t>Dado un producto con stock actual de 5 unidades.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  <a:latin typeface="Calibri"/>
              </a:defRPr>
            </a:pPr>
            <a:r>
              <a:t>Cuando un usuario intenta registrar una salida de 10 unidades.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  <a:latin typeface="Calibri"/>
              </a:defRPr>
            </a:pPr>
            <a:r>
              <a:t>Entonces el sistema debe rechazar la operación con el mensaje: Stock insuficiente.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  <a:latin typeface="Calibri"/>
              </a:defRPr>
            </a:pPr>
            <a:r>
              <a:t>Esta regla corresponde a MovimientoService.registrarMovimientoReal().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SGIP Metro - MVC, DAO, TDD y SOLID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F4A"/>
                </a:solidFill>
                <a:latin typeface="Calibri"/>
              </a:defRPr>
            </a:pPr>
            <a:r>
              <a:t>Parte 1: Principio SOLID principal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556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  <a:latin typeface="Calibri"/>
              </a:defRPr>
            </a:pPr>
            <a:r>
              <a:t>Cómo evitar que una clase haga demasiadas cosas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86868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548235"/>
                </a:solidFill>
              </a:defRPr>
            </a:pPr>
            <a:r>
              <a:t>SRP - Single Responsibility Principle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Cada clase debe tener una sola responsabilidad y una sola razón para cambiar.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2423160"/>
          <a:ext cx="10149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507492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Responsabilidad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ProductoController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Recibir peticiones HTTP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ProductoService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Aplicar reglas de negocio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ProductoRepository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Acceder a PostgreSQL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ProductoMapper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Convertir entidades y DTOs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SGIP Metro - MVC, DAO, TDD y SOLID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F4A"/>
                </a:solidFill>
                <a:latin typeface="Calibri"/>
              </a:defRPr>
            </a:pPr>
            <a:r>
              <a:t>Parte 2: Diseño rápido de capas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556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  <a:latin typeface="Calibri"/>
              </a:defRPr>
            </a:pPr>
            <a:r>
              <a:t>Diagrama simple MVC + DAO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234440"/>
            <a:ext cx="6309360" cy="71323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t>Vista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Frontend React</a:t>
            </a:r>
            <a:br/>
            <a:r>
              <a:t>Productos, Pedidos,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189280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9595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94560"/>
            <a:ext cx="6309360" cy="71323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t>Controlador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Spring Boot REST</a:t>
            </a:r>
            <a:br/>
            <a:r>
              <a:t>ProductoController, PedidoController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852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9595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154680"/>
            <a:ext cx="6309360" cy="71323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t>Modelo + Lógica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Entidades, DTOs, Services</a:t>
            </a:r>
            <a:br/>
            <a:r>
              <a:t>Producto, Pedido, ProductoService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38130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9595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114800"/>
            <a:ext cx="6309360" cy="71323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548235"/>
                </a:solidFill>
              </a:defRPr>
            </a:pPr>
            <a:r>
              <a:t>DAO / Repository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Spring Data JPA</a:t>
            </a:r>
            <a:br/>
            <a:r>
              <a:t>ProductoRepository, PedidoRepository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47731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9595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5074920"/>
            <a:ext cx="6309360" cy="71323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548235"/>
                </a:solidFill>
              </a:defRPr>
            </a:pPr>
            <a:r>
              <a:t>Base de datos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SGIP Metro - MVC, DAO, TDD y SOLID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F4A"/>
                </a:solidFill>
                <a:latin typeface="Calibri"/>
              </a:defRPr>
            </a:pPr>
            <a:r>
              <a:t>Parte 2: DAO, TDD y SOLID en el diseño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556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  <a:latin typeface="Calibri"/>
              </a:defRPr>
            </a:pPr>
            <a:r>
              <a:t>Respuesta final del grupo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94960" cy="123444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t>Dónde van los DAO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Dentro de cada módulo: productos/ProductoRepository, pedidos/PedidoRepository, movimientos/MovimientoRepository, seguridad/UsuarioRepository.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257800" cy="123444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C55A11"/>
                </a:solidFill>
              </a:defRPr>
            </a:pPr>
            <a:r>
              <a:t>Prueba TDD</a:t>
            </a:r>
          </a:p>
          <a:p>
            <a:pPr>
              <a:defRPr sz="1400">
                <a:solidFill>
                  <a:srgbClr val="191919"/>
                </a:solidFill>
              </a:defRPr>
            </a:pPr>
            <a:r>
              <a:t>Impedir una salida de inventario cuando la cantidad solicitada sea mayor al stock actual.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971800"/>
          <a:ext cx="107899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8293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Principio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Cómo se respeta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SRP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Controller, Service, Repository, Mapper y DTO tienen tareas separadas.</a:t>
                      </a:r>
                    </a:p>
                  </a:txBody>
                  <a:tcPr/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DIP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Los Services dependen de interfaces Repository, no de SQL directo.</a:t>
                      </a:r>
                    </a:p>
                  </a:txBody>
                  <a:tcPr/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OCP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</a:defRPr>
                      </a:pPr>
                      <a:r>
                        <a:t>Se pueden agregar nuevos módulos o reglas sin reescribir todo.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SGIP Metro - MVC, DAO, TDD y SOLID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